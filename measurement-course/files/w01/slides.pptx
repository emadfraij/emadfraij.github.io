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78af4b39-9c65-a6dc-eac4-98f8271c7d3b}">
          <p14:sldIdLst>
            <p14:sldId id="256"/>
            <p14:sldId id="257"/>
          </p14:sldIdLst>
        </p14:section>
        <p14:section name="المحتوى" id="{0bdabbbd-77e9-8eac-c6b8-1a4c31485d0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cf65f1b0-2edc-7308-f2dc-100dbe6deb0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رحّب بالطلبة وعرّف بنفسك. اليوم نضع الأساس: مفاهيم المساق، وخريطته، وقواعد العمل مع كلود. ساعة وربع مفاهيم، ثم 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اترك الطلبة يناقشون دقيقتين واجمع ثلاث إجابات. وجّه النقاش من سؤال من استخدم الأداة إلى سؤال ماذا نقيس وما القرار الذي يحق لنا.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اقرأ البطاقات من اليمين. الناتج الثالث هو منتج المشغل الذي يدخل ملف الإنجاز.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اختلاف الكتب العربية في استعمال التقييم والتقويم، وأن المساق يثبّت هذا الاستعمال. اسأل: هل يمكن قياس دون اختبار؟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عرض موجز فقط؛ التعمق في الأسبوع 2. أكّد أن شكل الأداة لا يحدد وظيفتها. الدراسات الدولية منخفضة العواقب على الطالب، وغرضها رصد النظام.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كل مستوى يرث عمليات ما قبله. اسأل: من أي مستوى درجة اختبارك الصفي؟ ودع النقاش يصل إلى الشريحة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حساب المتوسطين قبل كشف الرقم. ثم اسأل: لو أعطاك كلود متوسط مستوى الصف، ماذا ستسأله؟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كن صريحاً بأن معاملة الدرجات كفترية افتراض. المطلوب أن يعرفه المعلم ويحذر منه في الاختبارات القصيرة.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اقرأ اللوحة اليمنى أولاً. اطرح سؤال ولي الأمر: ابني الأول على صفه، فلماذا لم يتقن القراءة؟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كل محطة بمرحلة المشروع: المرحلة 1 في الأسبوع 6، والمرحلة 2 في الأسبوع 8، والمرحلة 3 بعد التجريب. البحث الإجرائي يبدأ الأسبوع القادم.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الخطر الأول بموقف الافتتاح: المشكلة صدق التفسير لا كشف الأداة.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أن البيانات جامعية ومن أداة واحدة فلا تُعمَّم. وفي تقرير الطلبة كانت نحو 47% من المحادثات مباشرة تطلب الناتج.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المسألة ليست هل استخدمت كلود، بل هل التزمت بالمستوى ووثّقت.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أين تضع مهمة المقال المنزلي؟ وكيف تعيد تصميمها لكل مسار؟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المعلم سيقوّم تعلماً يتضمن الذكاء الاصطناعي نفسه، فعليه أن يعرف ما تحسنه الأداة وما تخطئ فيه.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الناتجين مباشرة على حسابك إن سمح الوقت. هذه القواعد تتكرر في كل مشغلات المساق.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الخطوة 3 هي الأهم: كل ادعاء يُطابق مع موضعه في المحتوى العلمي. تجوّل واطرح الأسئلة التوجيهية.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الإقرارات الموقّعة. اطلب من كل طالب مشكلة تقويمية مبدئية من صفه، فهي بداية البحث الإجرائي.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اليوم: المفاهيم وأثر الذكاء الاصطناعي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مساق القياس والتقويم التربوي · دبلوم الدراسات العليا المهني في التدريس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طلبت مقالاً منزلياً عن ترشيد المياه، فوصلني 30 مقالاً بلا أخطاء، بالبناء نفسه، وأفضلها من طلبة يتعثرون في الكتابة داخل الصف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تقيس هذه الدرجات الآن؟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نقاش ثنائي · دقيقتان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ستتقن اليوم؟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ميّز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والاختبار والتقييم والتقويم بأمثلة من صفك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القياس ومرجع التفسير قبل أي حساب أو حكم على الدرجة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صنّف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مهام صفك حسب مستويات استخدام الذكاء الاصطناعي 0 – 3 بمبرر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مفاهيم في درس الكسور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أداة منظمة: 20 فقرة في ظروف موحّدة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رقم وفق قواعد: أحمد 14 من 20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التقييم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معلومات من مصادر متعددة: الاختبار والملاحظة والواجبات والدفتر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حكم وقرار: لم يتقن المقارنة بين الكسور، فنشاط علاجي قبل الختامي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يعطي رقماً، والتقويم يعطي قراراً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وظائف التقويم: الاستخدام يحدد الوظيفة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127134"/>
                <a:gridCol w="2837404"/>
                <a:gridCol w="1676648"/>
                <a:gridCol w="2450486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السؤال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متى؟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الوظيفة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أسئلة قبل وحدة الكهرباء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ماذا يعرفون؟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قبل التعليم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تشخيصية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بطاقات خروج يُعدَّل بها درس الغد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الخطوة التالية؟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أثناء التعليم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تكوينية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اختبار نهاية الوحدة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ماذا تعلّموا؟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نهاية الوحدة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ختامية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الاختبارات الوطنية، ثم الدولية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يحقق النظام أهدافه؟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مستوى النظام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رصد النظام ومساءلته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القصير نفسه قد يكون تكوينياً أو ختامياً حسب استخدام نتيجته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مستويات القياس: ماذا يحق لك أن تفعل بالأرقام؟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061739"/>
                <a:gridCol w="5936388"/>
                <a:gridCol w="1093545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يجوز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 مدرسي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العدّ والنسب والمنوال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رمز الشعبة أو المدرسة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الاسمي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الوسيط والمئينات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مستويات سلم التقدير 1 – 4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الرتبي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المتوسط والانحراف المعياري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درجة الحرارة المئوية، والسنة الميلادية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الفتري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النسب: ضعف ونصف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كلمات مقروءة في دقيقة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النسبي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متوسطان متساويان وواقعان مختلفان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مجموعة أولى في سلم تقدير: 4 و 4 و 1 و 1. مجموعة ثانية: 3 و 2 و 3 و 2.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واحد، والأولى منقسمة والثانية متجانسة. مع البيانات الرتبية اعرض التوزيع أو الوسيط.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المتوسط في المجموعتين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رقم واحد يخفي صورتين مختلفتين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الصفر في الاختبار ليس صفر المعرفة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الحاصل على 80 لا يعرف ضعف ما يعرفه الحاصل على 40.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الدرجات الصفية أقرب إلى الرتبية، ونعاملها كأنها فترية. هذا افتراض عملي شائع، لا حقيقة مثبتة.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درجة الاختبار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تعني أنه لم يُجب عن هذه الفقرات، لا أنه لا يعرف شيئاً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نفسها بتفسيرين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التفسير المعياري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يقارن بالزملاء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سارة أعلى من 70% من صفها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يناسب الانتقاء والمقارنة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يخبرنا بالموقع لا بما تعرفه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التفسير المحكي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يقارن بمعيار أداء محدد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سارة أتقنت 4 من 5 نواتج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يناسب التشخيص والعلاج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يخبر المعلم بما يفعله غداً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14 من 20 لا معنى لها حتى نحدد مرجع المقارنة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المساق في أربع محطات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9073134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30173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 – 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01734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الأسس: المفاهيم والوظائف والصدق والثبات والعدالة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3013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6 – 10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البناء: جدول المواصفات والفقرات وسلالم التقدير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3390138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86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11 – 13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البيانات: تحليل الفقرات والاختبارات الدولية والتقارير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24713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14 – 15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الدمج: البحث الإجرائي والمناقشة الشفهية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مشروع متكامل 35% · بحث إجرائي 20% · ملف إنجاز 15% · منتصف الفصل 10% · مناقشة شفهية ومهمة عملية 20%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الذكاء الاصطناعي في التقويم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الفرص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مسودات فقرات وبدائل في دقائق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تحليل الدرجات بتشغيل كود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تغذية راجعة مفصّلة لكل طالب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المخاطر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المهام المنزلية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أرقام ومراجع مختلقة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خصوصية بيانات الطلبة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الثقة المفرطة في التصحيح الآلي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فرصة تحتاج تحققاً، وكل خطر يُعالج بالتصميم لا بالمنع وحده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نفوّضه لا يطابق ما نثق به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تقرير أنثروبيك عن الأساتذة (أغسطس 2025): نحو 74,000 محادثة، تطوير المناهج 57% وتقييم الطلبة نحو 7%.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ومع ذلك رأى الأساتذة أن التصحيح أضعف ما يؤديه الذكاء الاصطناعي.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محادثات التصحيح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كانت تفويضاً آلياً كثيفاً لا تعاوناً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مستويات الاستخدام في المساق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281749"/>
                <a:gridCol w="4577515"/>
                <a:gridCol w="1232408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المعنى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منتصف الفصل والمناقشة الشفهية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ممنوع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أفكار لمشكلة البحث الإجرائي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مساعدة في التفكير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صياغة الفقرات مع رابط المحادثة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تعاون موثّق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تحليل الثبات بكود ومطابقة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استخدام كامل مع تحقق مستقل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الاستخدام غير المعلن مخالفة أكاديمية في كل المستويات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نهج المسارين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 الآمن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دون ذكاء اصطناعي وفي ظروف مراقبة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يقيس القدرة الفردية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منتصف الفصل والمناقشة الشفهية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 المفتوح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ذكاء اصطناعي مسموح مع توثيق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يقيس حسن توظيف الأداة والحكم عليها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المشغلات والمشروع المتكامل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النهج من جامعة سيدني · جامعة الإمارات تشترط الإفصاح وتعامل غير المعلن انتحالاً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الإطار المهني والسياق الإماراتي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إطار اليونسكو لكفايات المعلمين (2024): خمسة أبعاد منها الأخلاقيات وأصول التدريس، وثلاثة مستويات: اكتساب، تعمق، إبداع.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وزارة التربية والتعليم: منهج للذكاء الاصطناعي من رياض الأطفال إلى الصف 12 بدءاً من 2025 – 2026.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كفاية في إطار اليونسكو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موزعة على 5 أبعاد و 3 مستويات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خمس قواعد لتعليمات فعالة</a:t>
            </a:r>
            <a:endParaRPr lang="en-US" sz="38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743243"/>
                <a:gridCol w="3348429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القاعدة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الصف الخامس، ناتج المقارنة بين الكسور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السياق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أدِّ دور ناقد يبحث عن عيوب الفقرات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الدور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5 فقرات، أربعة بدائل، دون صيغة النفي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القيود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جدول: الفقرة، الناتج، المستوى المعرفي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الشكل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اعرض الكود الذي حسبت به المتوسط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التعليل أو الكود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قارن: «اكتب لي اختبار كسور» مقابل تعليمات تطبّق القواعد الخمس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المشغل: خمس خطوات في 70 دقيقة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أعدّ مشروع المساق في كلود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طبّق القواعد الخمس على تعليمات ضعيفة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حوار سقراطي ثم تحقق من ادعاءات كلود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صنّف 5 مهام من صفك، والثلاث الباقية واجب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وقّع إقرار الاستخدام المسؤول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ترفع أي ملف فيه أسماء طلبة حقيقيين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يعطي رقماً، والتقويم يعطي قراراً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تذكرة الخروج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8 أسئلة دون ذكاء اصطناعي · 15 دقيقة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ملف الإنجاز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الإقرار الموقّع وجدول تصنيف المهام: 5 في الصف و3 واجب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2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التشخيصي والتكويني والختامي · دوّن مشكلة تقويمية من صفك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</dc:title>
  <dc:subject>PptxGenJS Presentation</dc:subject>
  <dc:creator>PptxGenJS</dc:creator>
  <cp:lastModifiedBy>PptxGenJS</cp:lastModifiedBy>
  <cp:revision>1</cp:revision>
  <dcterms:created xsi:type="dcterms:W3CDTF">2026-10-07T19:24:41Z</dcterms:created>
  <dcterms:modified xsi:type="dcterms:W3CDTF">2026-10-07T19:24:41Z</dcterms:modified>
</cp:coreProperties>
</file>