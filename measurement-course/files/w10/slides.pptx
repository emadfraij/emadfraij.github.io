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f0e6e992-0bce-829b-efa2-337b13967af7}">
          <p14:sldIdLst>
            <p14:sldId id="256"/>
            <p14:sldId id="257"/>
          </p14:sldIdLst>
        </p14:section>
        <p14:section name="المحتوى" id="{7b41628b-8b4a-60d9-bba0-838439ce7f12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الختام" id="{80d87b64-0ece-ff03-fce6-861dcbc254c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الأداة ناقص البشري 1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طويلة</c:v>
                  </c:pt>
                  <c:pt idx="1">
                    <c:v>قصيرة</c:v>
                  </c:pt>
                  <c:pt idx="2">
                    <c:v>إملاء كثير</c:v>
                  </c:pt>
                  <c:pt idx="3">
                    <c:v>إملاء قليل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0.26</c:v>
                </c:pt>
                <c:pt idx="1">
                  <c:v>-0.14</c:v>
                </c:pt>
                <c:pt idx="2">
                  <c:v>-0.19</c:v>
                </c:pt>
                <c:pt idx="3">
                  <c:v>0.03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سؤال اليوم ليس هل الأداة ذكية، بل هل تصلح درجتها للقرار الذي نريده. منتج اليوم تقرير صلاحية من صفحة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تصويتاً برفع اليد وسجّل العدد على السبورة. ستعود إليه بعد المشغل لترى كم طالباً غيّر قراره.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اسأل: لماذا قد يتعلم محرك السمات أن يكافئ الطول؟ لأن الإجابات الأطول تأخذ عند البشر غالباً درجات أعلى.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الطلبة ملء عمود الدليل قبل عرضه. اربط بحجة كين في الأسبوع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لاحظ أن الاتفاق التام للأداة أقل، وكابا الموزون لها أعلى قليلاً. اترك السؤال مفتوحاً حتى الشريحة التالية.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الأداة استخدمت 0 و3 أكثر، فاتسع توزيعها وارتفع الاختلاف المتوقع بالصدفة في المقام.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الإشارة كما في متوسط الفرق في الأسبوع 8: الأداة ناقص البشري.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التراجع السالب يعني أن الأداة تتفق مع البشري 1 أكثر قليلاً من اتفاق البشريين. لا تكشف الصف الأخير قبل المشغل.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اعرضها في النقاش الختامي بعد الخطوة 2 من المشغل، لا قبلها. مجموعة الإملاء 27 إجابة فقط، فالتقدير أقل استقراراً.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بالأسبوعين 4 و 8: تساوي المتوسطين لا يعني الاتفاق.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في سؤال تعبير كتابي يصبح الإملاء جزءاً من البنية. السؤال الحاسم من الأسبوع 5: هل هذا العنصر جزء مما أقيسه؟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هذه ميول معروفة لا نتائج ثابتة، وحجمها يختلف بين النماذج والمهام. لذلك نختبرها بأنفسنا في المشغل.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ذكّر بالأسبوع 8. تقييم أداء الطلبة كان نحو 7% من الاستخدام في التقرير.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سياسة جامعة الإمارات تخص الطلبة؛ تطبيقها على المعلم استنتاج منّا لا نص فيها. قل ذلك صراحة.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تأكد أن القرار الأول مكتوب قبل فتح ورقة المجموعات الفرعية.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عد إلى تصويت الافتتاح: كم طالباً غيّر قراره؟ ثم تذكرة الخروج.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10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10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التصحيح الآلي: متى يُوثق به؟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الاتفاق العام إلى العدالة وشروط الاستخدام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أداة تصحيح آلي اجتازت حدود الاتفاق العام الثلاثة.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نعتمدها لتصحيح اختبار نهاية الفصل؟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الذي لا يقيسه الاتفاق العام؟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جيلان من التصحيح الآلي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محركات قائمة على السمات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تتعلم من مئات الإجابات المصححة بشرياً، وتتنبأ بالدرجة من الطول والمفردات والأخطاء.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نماذج لغوية كبيرة مع سلم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تقرأ السلم والإجابة وتعطي درجة وتبريراً، دون تدريب على إجابات مصححة.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يشتركان فيه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المرجع في الحالتين مصحح بشري معايَر، فنقارن الأداة بالبشر والبشر ببعضهم.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الأول ثابت لكنه قد يكافئ الطول، والثاني مرن لكنه قد يتغير بين محادثتين.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صلاحية الدرجة الآلية حجة (كين، 2013)</a:t>
            </a:r>
            <a:endParaRPr lang="en-US" sz="38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033335"/>
                <a:gridCol w="5545836"/>
                <a:gridCol w="1512501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الدليل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السؤال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الحلقة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مؤشرات الاتفاق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هل تطبّق السلم كمصحح معايَر؟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التصحيح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إعادة التصحيح بترتيب آخر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هل تعطي الدرجة نفسها لو أعدنا؟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التعميم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المجموعات الفرعية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هل تقيس العلوم لا الطول والإملاء؟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الاستقراء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شروط الاستخدام والإفصاح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هل تصلح لهذا الاستخدام؟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القرار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الصلاحية حكم على التفسير والاستخدام، لا صفة في الأداة (ميسك، 1989؛ المعايير الدولية، 2014).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الاتفاق العام في بيانات المشغل</a:t>
            </a:r>
            <a:endParaRPr lang="en-US" sz="3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839425"/>
                <a:gridCol w="2772918"/>
                <a:gridCol w="4479329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الأداة مع البشري 1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البشري 1 مع 2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المؤشر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الاتفاق التام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التام أو المتجاور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معامل كابا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كابا الموزون التربيعي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الفرق المعياري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بيانات محاكاة: 120 إجابة قصيرة، ودرجات من 0 إلى 3.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كابا الموزون التربيعي (كوهين، 1968)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في السلم المرتب، الاختلاف بدرجتين أخطر من الاختلاف بدرجة. الوزن مربع الفرق.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QWK = 1 − Σ w·O / Σ w·E ; w = (i−j)²/9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الاختلاف بدرجتين يساوي أربعة اختلافات بدرجة. مجموع مربعات الفروق: 32 للبشريين و33 للأداة، ففرق نحو 0.01 ليس تفوقاً.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الفرق المعياري للمتوسطين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فرق المتوسطين مقسوماً على الانحراف المعياري المشترك. الموجب تساهل، والسالب تشدد.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 = (M_AI − M_H) / √((S²_AI + S²_H)/2)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الأداة 1.692 والبشري 1.717، والمقام نحو 1.100، فالفرق المعياري −0.02.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حدود ويليامسون وشي وبراير (2012)</a:t>
            </a:r>
            <a:endParaRPr lang="en-US" sz="38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74838"/>
                <a:gridCol w="1304903"/>
                <a:gridCol w="2174838"/>
                <a:gridCol w="5437094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الحكم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الأداة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الحد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الشرط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يتحقق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0.70 فأكثر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كابا الموزون مع البشري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يتحقق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0.10 فأقل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التراجع عن الاتفاق البشري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يتحقق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0.15 فأقل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الفرق المعياري العام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بعد المشغل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0.10 فأقل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الفرق المعياري لكل مجموعة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حدود إرشادية لمحركات الاختبارات عالية المخاطر، لا قوانين. وهي خلايا قابلة للتعديل في الملف.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المجموعات الفرعية: الفرق المعياري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الحد للمجموعات الفرعية 0.10.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متساهلة مع الطويلة، ومتشددة مع القصيرة ومع الأخطاء الإملائية الكثيرة.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مجموعات من أربع خارج الحد.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لماذا لم يظهر ذلك في المتوسط العام؟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المتوسط العام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متوسط الفرق −0.025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الفرق المعياري −0.02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الشروط الثلاثة تتحقق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المجموعات الفرعية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الطويلة: +8 درجات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القصيرة: −11 درجة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الصافي −3 على 120 إجابة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التساهل مع فئة والتشدد مع أخرى يلغي أحدهما الآخر. لذلك الحد أشد في المجموعات الفرعية.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الطول والإملاء: تباين لا يرتبط بالبنية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الإملاء ليس جزءاً مما يقيسه سؤال علوم، والطول ليس جودة (ميسك، 1989).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والعاقبة: إن عرف الطلبة أن الأداة تكافئ الطول تعلّموا الإطالة.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ارتباط عدد الكلمات بفرق الأداة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كلما طالت الإجابة زادت درجة الأداة مقارنة بالبشري 1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مخاطر خاصة بالنماذج اللغوية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عدم الاتساق وأثر الترتيب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الإجابة نفسها قد تأخذ درجتين في محادثتين، أو بحسب موقعها بين الإجابات.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التساهل مع الطلاقة والطول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اللغة الواثقة السلسة قد تأخذ درجات في معايير لم تحققها.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حساسية الصياغة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تغيير كلمة في التعليمات قد يغيّر الدرجات، فنثبّت النص ونوثّقه.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الخصوصية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ترفع إجابات بأسماء الطلبة. رمّزها والتزم بسياسة المدرسة.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يقوله الأساتذة وما يفعلونه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عدّ الأساتذة التصحيح المهمة التي يؤديها الذكاء الاصطناعي بأقل كفاءة.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ومع ذلك أُسند التصحيح إلى الأداة في نحو نصف محادثاته. تقرير الصلاحية يسد هذه الفجوة.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محادثات تصحيح ذات طابع أتمتة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48.9%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أنثروبيك، أغسطس 2025، نحو 74,000 محادثة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السياسة: من يقرر الدرجة؟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الإنسان صاحب القرار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الحكم التربوي يبقى بيد الإنسان (اليونسكو، 2023)، والمعلم يتحمل مسؤولية الدرجة.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الأداة مصحح ثانٍ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 اختلاف يعود إلى قراءة بشرية: 33 إجابة من 120 في بيانات المشغل.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الإفصاح للطلبة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جامعة الإمارات (2025) تُلزم الطالب بالإفصاح، والأولى أن يفصح المعلم أيضاً.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تقرير الصلاحية ينتهي بشروط استخدام، لا بنعم أو لا.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مشغل التصحيح الآلي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اقرأ الاتفاق العام واكتب قرارك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افحص المجموعات الفرعية وراجع قرارك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يصحّح الإجابات الثماني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تشغيل ثانٍ بترتيب معكوس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قارن التشغيلين على 24 درجة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194304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اكتب تقرير الصلاحية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 تشغيل لكلود في محادثة جديدة خارج مشروع المساق، والتعليمات نفسها حرفياً.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أفكار تأخذها معك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الاتفاق العام شرط لا شهادة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أداة اجتازت حدود الاتفاق العام الثلاثة قد تظلم فئة من الطلبة يخفيها المتوسط.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افحص ما لا تقيسه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الطول والإملاء في سؤال علوم تباين لا يرتبط بالبنية، ويُكشف بالمجموعات الفرعية.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الإنسان يقرر ويفصح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الأداة مصحح ثانٍ تُراجَع اختلافاته، والطالب يعرف دورها وطريقة الاعتراض.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10</dc:title>
  <dc:subject>PptxGenJS Presentation</dc:subject>
  <dc:creator>PptxGenJS</dc:creator>
  <cp:lastModifiedBy>PptxGenJS</cp:lastModifiedBy>
  <cp:revision>1</cp:revision>
  <dcterms:created xsi:type="dcterms:W3CDTF">2026-10-07T19:24:54Z</dcterms:created>
  <dcterms:modified xsi:type="dcterms:W3CDTF">2026-10-07T19:24:54Z</dcterms:modified>
</cp:coreProperties>
</file>