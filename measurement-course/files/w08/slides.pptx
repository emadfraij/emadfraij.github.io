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8ca9686c-1002-1afe-f742-46f8735d077d}">
          <p14:sldIdLst>
            <p14:sldId id="256"/>
            <p14:sldId id="257"/>
          </p14:sldIdLst>
        </p14:section>
        <p14:section name="المحتوى" id="{dffbe5c8-2d81-f2fc-00a4-90ba071ec04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الختام" id="{a5606445-7ad1-22f0-bcdf-365e9262aae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الدرجات الجزئية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اتفاق تام</c:v>
                  </c:pt>
                  <c:pt idx="1">
                    <c:v>تام أو متجاور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0.75</c:v>
                </c:pt>
                <c:pt idx="1">
                  <c:v>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بعد الاختبار والاستراحة نبدأ بسؤال عملي: كيف نعطي إجابة مكتوبة درجة يتفق عليها مصححان؟ منتج اليوم سلم تقدير مُعايَر يدخل في المرحلة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الإجابة ج7. اجمع تقديرات الطلبة على السبورة دون تعليق، وعد إليها في آخر المحاضرة: الدرجة المرجعية 2 من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بجدول المواصفات في الأسبوع 6: أين النواتج التي لا تقيسها فقرة اختيار من متعدد؟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شدّد على أن السلم يُكتب مع المهمة لا بعد قراءة الإجابات.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لو كان السلم كلياً، هل كنا سنرى أن ج6 قوية في الخطوات وضعيفة في التفسير؟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بروكهارت (2013) تفضّل السلم العام في التقويم التكويني لأن الطلبة يتعلمون معاييره مع التكرار.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قراءة الواصفات الاثني عشر في الملف قبل الانتقال.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تمرين دقيقتين: أعد كتابة «تفسير جيد ومقنع» ليصبح قابلاً للملاحظة.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العواقب بمصادر أدلة الصدق الخمسة في المعايير الدولية (2014).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ذكّر بالأسبوع 4: اتفاق متجاور 100% مع كابا 0.41. الاتفاق المتجاور وحده لا يكفي.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أضف مؤشراً رابعاً: عدد الإجابات التي يختلف مجموعها عن المرجعي بدرجتين أو أكثر، لأن الطالب يتلقى المجموع.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احسبوا معاً: ستة فروق كلها −1، واحد في المتغيرات واثنان في الخطوات وثلاثة في التفسير.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تكشف الدرجات المرجعية الآن. اطلب فقط أن يصحّحوا معياراً واحداً لكل الإجابات قبل الانتقال إلى التالي.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الفجوة بين ما يقوله الأساتذة وما يفعلونه هي موضوع المشغل. نحو 74,000 محادثة، وتقييم أداء الطلبة نحو 7% منها.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يفتح أحد ورقة الدرجات المرجعية قبل الخطوة 5. تأكد أن التصحيح الفردي تم قبل كلود.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تذكرة الخروج الآن، ثم مهمة المرحلة 2. عد إلى أرقام ج7 على السبورة: المرجعية 2 من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8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الفقرات المفتوحة وسلالم التقدير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كيف نصحّح ما يكتبه الطالب بعدل واتساق؟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الصدأ تفاعل كيميائي بين الحديد والأكسجين والماء. الملح يزيد سرعة هذا التفاعل، ولذلك تصدأ الأشياء الحديدية قرب البحر أسرع.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المهمة: صمّم تجربة وحدّد المتغيرات وفسّر. كم تعطي هذه الإجابة من 9؟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اقرأ المهمة مرة أخرى: ما الذي طُلب ولم يُكتب؟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نوعان من الفقرات المفتوحة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الإجابة القصيرة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كلمة أو رقم أو جملة. تُصحَّح بمفتاح للإجابات المقبولة.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الإجابة الممتدة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فقرة أو أكثر تُظهر التفكير: تصميم أو تفسير أو تبرير. تُصحَّح بسلم تقدير.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متى نستخدمها؟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حين يحتاج الناتج إلى إنتاج لا إلى تعرّف، خاصة في مستوى الاستدلال.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ثمنها: عينة أضيق من المحتوى، ووقت تصحيح أطول، واتفاق مصححين أضعف.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واضحة تعلن التوقع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صياغة غامضة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اكتب ما تعرفه عن صدأ الحديد والماء المالح.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يعرف الطالب ما الذي سيُقدَّر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مهمة المشغل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صمّم تجربة لاختبار العبارة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حدّد المتغيرات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فسّر النتيجة المتوقعة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أفعال صريحة، وكل فعل يقابل معياراً في السلم.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تحليلي أم كلي؟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التحليلي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درجة لكل معيار ثم المجموع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يبيّن موضع القوة والضعف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أبطأ، ويناسب التقويم التكويني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الكلي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درجة واحدة للإجابة كلها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أسرع في التصحيح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قد يضيع الضعف داخل انطباع عام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المشغل تحليلي: 3 معايير من 0 إلى 3، والمجموع من 9.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عام أم خاص بالمهمة؟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السلم العام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يصلح لعائلة من المهام، ويُعلن للطلبة قبل المهمة دون أن يكشف الإجابة.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السلم الخاص بالمهمة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يذكر المحتوى المتوقع بعينه، فيرفع اتفاق المصححين، لكنه لا يُعلن قبل الاختبار.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المشغل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معياران عامّان تقريباً، ومعيار التفسير خاص بالمهمة لأنه يذكر آلية الصدأ.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المشغل: ما يميّز المستوى الأعلى</a:t>
            </a:r>
            <a:endParaRPr lang="en-US" sz="38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929632"/>
                <a:gridCol w="3971092"/>
                <a:gridCol w="2190948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المستوى 3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المستوى 2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المعيار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وثابتان أو أكثر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المستقل والتابع وثابت واحد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المتغيرات والضبط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قابلة للتكرار، ومدة، وقياس واضح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قابلة للتنفيذ مع طريقة ملاحظة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خطوات التجربة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ويقترح كيف تؤكد النتائج ذلك أو تنفيه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الآلية وأن الملح يسرّعها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التفسير العلمي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السلم كاملاً في ورقة «سلم التقدير» في ملف الإكسل.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واصفات جيدة (بروكهارت، 2013)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واصف ضعيف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فهم ممتاز للمتغيرات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تفسير جيد ومقنع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يكتب فقرة طويلة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واصف جيد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يحدد المستقل والتابع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يربط الصدأ بتفاعل الحديد مع الأكسجين والماء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يحدد مدة وطريقة لقياس الصدأ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قابل للملاحظة، وصفي لا تقييمي، متمايز عن جاره، يصف الجودة لا الطول.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جودة السلم: يونسون وسفينغبي (2007)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الثبات بشروط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يرتفع الاتفاق مع السلم التحليلي الخاص بالمهمة، والإجابات المرجعية، وتدريب المصححين.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الصدق لا يأتي وحده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ثابت قد يقيس الطول أو اللغة لا الناتج. نراجع معاييره مقابل الناتج.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العواقب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إعلان المعايير يوضح التوقعات ويدعم التقييم الذاتي. وسلم يكافئ الطول يعلّم الإطالة.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معايرة المصححين: الاتفاق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نقارن كل درجة جزئية بالمرجعية: 8 إجابات × 3 معايير = 24 درجة جزئية.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% = identical sub-scores / 24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والاتفاق المتجاور: نسبة الدرجات التي لا يزيد فرقها على درجة واحدة. كابا من الأسبوع 4 لا نعيد حسابه: العدد صغير وغرضنا التشخيص.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التشدد والتساهل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لكل معيار: نطرح الدرجة المرجعية من درجة المصحح، ونأخذ المتوسط على الإجابات الثماني.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 = Σ(scorer − reference) / 8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الموجب تساهل، والسالب تشدد. والصفر قد يخفي تساهلاً وتشدداً يلغي أحدهما الآخر.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 محلول: مصحح افتراضي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18 من 24 تامة، و24 من 24 متجاورة.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متوسط الفرق: −0.13 و −0.25 و −0.38.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متشدد قليلاً، وأشد في التفسير، وإجابة واحدة نقص مجموعها درجتين.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أربعة فخاخ في إجابات المشغل</a:t>
            </a:r>
            <a:endParaRPr lang="en-US" sz="38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529168"/>
                <a:gridCol w="6386114"/>
                <a:gridCol w="1176389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 تختبره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ما فيها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الإجابة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التصحيح خارج المهمة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معلومة عن السفن دون تجربة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ج5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أثر الهالة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خطوات ممتازة وتفسير ضعيف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ج6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مكافأة الطلاقة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تفسير طليق دون تجربة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ج7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حدود الواصف بين 1 و 2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متغيرات وتفسير قويان، و«أضعهما وأراقب»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ج8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الإجابات الثماني كُتبت للمساق نموذجاً تدريبياً، وليست لطلبة حقيقيين.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التصحيح بكلود: سريع لكنه يحتاج إلى معايرة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قد ينجرف بين محادثتين، ويتساهل مع الطول والطلاقة، ويفوّت خطأً علمياً.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القاعدة: الإنسان صاحب القرار، ويُعاير كلود كأي مصحح جديد، ويطلب منه اقتباس الدليل لكل معيار.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محادثات تصحيح ذات طابع أتمتة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 أن الأساتذة عدّوا التصحيح أضعف مهام الذكاء الاصطناعي (أنثروبيك، أغسطس 2025)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المعايرة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اقرأ السلم قبل الإجابات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صحّح وحدك دون أي أداة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يصحّح مع اقتباس الدليل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5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افحص أدلة كلود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قارن الثلاثة في الإكسل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ناقش الخلاف وعدّل واصفاً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احذف الدرجات المرجعية من النسخة التي ترفعها إلى كلود.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المهمة الواضحة أولاً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أفعال صريحة تقابل معايير السلم، والسلم يُكتب مع المهمة لا بعد الإجابات.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 معيار وحده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واصفات قابلة للملاحظة ومتمايزة، ودليل من النص لكل درجة، يحمي من الهالة والطلاقة.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مصحح جديد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يُعاير بالاتفاق التام والمتجاور ومتوسط الفرق، والقرار يبقى لك.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8</dc:title>
  <dc:subject>PptxGenJS Presentation</dc:subject>
  <dc:creator>PptxGenJS</dc:creator>
  <cp:lastModifiedBy>PptxGenJS</cp:lastModifiedBy>
  <cp:revision>1</cp:revision>
  <dcterms:created xsi:type="dcterms:W3CDTF">2026-10-07T19:24:51Z</dcterms:created>
  <dcterms:modified xsi:type="dcterms:W3CDTF">2026-10-07T19:24:51Z</dcterms:modified>
</cp:coreProperties>
</file>