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27f6007d-a4ac-a36e-7b78-a145d82fd0d4}">
          <p14:sldIdLst>
            <p14:sldId id="256"/>
            <p14:sldId id="257"/>
          </p14:sldIdLst>
        </p14:section>
        <p14:section name="المحتوى" id="{2f47c7b5-4535-1d18-9d3e-390cc56df4fa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الختام" id="{2a656d98-6870-0308-5498-a3a7c21cb7aa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جلسة ختام المساق: اختبار عملي، ثم محاضرة قصيرة، ثم مناقشات شفهية ومشغل تأمل للمنتظرين. لا أجهزة طوال الجلسة.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اجمع إجابتين أو ثلاثاً. الإجابة التي نريدها: أن يشرح لماذا، لا ماذا فقط. هذا مدخل المناقشة الشفهية.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كل طالب أن يتذكر قراراً من مشروعه يمثّل كل مبدأ. سيُسأل عن ذلك في المناقشة.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متى فصلت البيانات خلافاً بينك وبين كلود في مشروعك؟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هذه هوية المعلم المقوِّم. الذكاء الاصطناعي غيّر سرعة الإنتاج، ولم يغيّر من يتحمل القرار.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بالسياق الإماراتي: منهج الذكاء الاصطناعي في المدارس الحكومية من 2025 – 2026. طلبتك سيستخدمون الأداة.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المهني الكفء لا يطبّق القواعد آلياً، لأن مواقف الصف غامضة وفريدة.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الطلبة أن يجدوا جملة وصفية في مسوداتهم الآن. سيعيدون كتابتها في الخطوة 6 من المشغل.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شدّد على التنبيه المنهجي: الإطار لم يوضع أداة مقنّنة لتقويم الممارسة التقويمية. كل حكم يحتاج إلى دليل.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بالأسبوع 3: المصادر الخمسة لأدلة الصدق في المعايير الدولية (2014).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البعد الأخير مفتاح العدالة: نقدّر التفسير لا طريقة الكلام.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اقرأ الحدود أولاً ثم ما يقابلها. اسأل: أي حد يقلقك أكثر؟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سؤال الرقم أعلى المعايير وزناً لأنه أقوى دليل على الفهم. سؤال البحث الإجرائي يُطرح دائماً. يجوز الرجوع إلى النسختين المطبوعتين من المشروع والبحث.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الطالب الذي يتلو المعادلة ولا يذكر القرار يقف عند المستوى 2 في هذا المعيار.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الدرس لصفك: في أي مسار تقع كل مهمة تقويمية عندك؟ وهل تقيس ما تريد؟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ذكّر بموعد التسليم نهاية الأسبوع، وبأن تقرير البحث الإجرائي يُدرج للرجوع ولا يُقدَّر مرتين.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تذكرة الخروج الآن، ثم جملة الختام: «تغيير واحد سأبدأ به». شكراً للطلبة على الفصل.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15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15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المناقشة الشفهية والتأمل الذاتي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المعلم المقوِّم صاحب القرار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قدّم طالب تقريراً متقناً عن اختباره، فيه جداول وأرقام وقرارات مبررة.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الدليل الذي يقنعك أن القرارات قراراته هو؟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الذي لا يستطيع أن يقدّمه إلا من فهم ما كتب؟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المساق في ثلاثة أسئلة</a:t>
            </a:r>
            <a:endParaRPr lang="en-US" sz="38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819917"/>
                <a:gridCol w="6955794"/>
                <a:gridCol w="1315961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الأسابيع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السؤال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المبدأ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3 و 6 و 7 و 12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تفسيري للدرجة صحيح ومفيد للقرار؟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الصدق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4 و 8 و 10 و 11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كم أثق في درجة هذا الطالب بعينه؟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الثبات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5 و 9 و 10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تقيس الأداة الشيء نفسه لكل الطلبة؟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العدالة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العدالة جزء من الصدق: ما لا صلة له بما نقيس يُضعف تفسير الدرجة.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المبدأ الجاري كاملاً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يقترح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مسودات النواتج والفقرات والواصفات، وحساب المعاملات بكود ظاهر. بداية لا نهاية.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الطالب يحكم ويوثّق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جدول تحقق وجدول قرار في كل مشغل. السجل يحوّل الاستخدام من اعتماد إلى تعاون.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 تفصل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الخلاف لا يحسمه الأكثر ثقة، بل الدليل: نص الإجابة، وتحليل المموهات، والدرجات.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المبدأ يصلح لأي مصدر يقترح قراراً: كتاب، أو بنك أسئلة، أو زميل خبير.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أربعة أدوار لا تُفوَّض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المصمم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يقرر ماذا يقيس ولماذا قبل أن يكتب أي فقرة.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الحَكَم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يعطي الدرجة ويتحمل مسؤوليتها، ويعاير أي مصحح قبل الاعتماد عليه.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المفسِّر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يقرأ الأرقام في سياقها ويعرف حدودها.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الحارس الأخلاقي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يحمي بيانات طلبته ويضمن عدالة الأداة لكل مجموعة.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إغراء التفويض حقيقي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عدّ الأساتذة التصحيح أضعف ما يؤديه الذكاء الاصطناعي، ومع ذلك فوّضوه كثيراً.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البيانات من التعليم الجامعي ومن أداة واحدة، فلا نعمّمها، لكنها تكفي للتنبيه.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محادثات تصحيح ذات طابع أتمتة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أنثروبيك، أغسطس 2025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التأمل عند شون (1983)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أثناء الفعل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تفكر وأنت تعمل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تعدّل خطتك في اللحظة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مثال: تعيد صياغة سؤال لم يفهمه أحد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في الفعل بعد وقوعه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تعود إلى ما حدث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تسأل لماذا حدث وماذا تغيّر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مثال: مقالك التأملي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وإعادة تأطير المشكلة: «فقرة سيئة تُحذف» تصبح «مفتاح خاطئ يُصحَّح».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الوصف إلى النقد</a:t>
            </a:r>
            <a:endParaRPr lang="en-US" sz="38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0083338"/>
                <a:gridCol w="100833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مثال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النوع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حللت فقرات اختباري واستخدمت كلود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وصفي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تمييز سالب، والمتفوقون اختاروا بديلاً واحداً، فراجعت المفتاح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تحليلي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صرت أبدأ بالمفتاح قبل أي حذف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نقدي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لكل فقرة في مقالك: ماذا حدث؟ ما الدليل؟ ماذا تغيّر في ممارستي؟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المرآة: أبعاد إطار اليونسكو</a:t>
            </a:r>
            <a:endParaRPr lang="en-US" sz="3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6758988"/>
                <a:gridCol w="4332684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سؤال المرآة في التقويم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البعد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بقي القرار لي ولمصلحة الطالب؟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عقلية تتمحور حول الإنسان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أفصحت وحميت البيانات وفحصت العدالة؟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أخلاقيات الذكاء الاصطناعي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أفهم لماذا يخطئ في الأرقام والمراجع؟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أسسه وتطبيقاته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مهامي صادقة حين يستخدمه طلبتي؟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أصول التدريس به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هل طوّرت به نفسي لا عملي فقط؟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التعلم المهني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مياو وكوكوروفا (2024). مرآة لطرح الأسئلة، لا مقياس يعطي درجة.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لماذا المناقشة الشفهية؟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ملكية العمل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الحوار والمتابعة يكشفان من اتخذ القرارات، لا من كتب النص.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دليل صدق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تضيف دليلاً من عمليات الاستجابة: نسمع كيف يفكر الطالب.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لا تقيسه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الطلاقة والخطابة وسلامة اللغة. أي أثر لها تباين لا صلة له بما نقيس.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مناقشتنا على أبعاد جوجين (1998)</a:t>
            </a:r>
            <a:endParaRPr lang="en-US" sz="38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7715946"/>
                <a:gridCol w="3375726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موقع مناقشتنا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البعد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الفهم وتطبيقه، لا الخطابة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المحتوى المقاس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عرض قصير ثم حوار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التفاعل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عالية: اختبارك وبيانات صفك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الأصالة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شبه منظمة: بنك معلن ومتابعة حرة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البنية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الأستاذ، وممتحن ثانٍ عند الإمكان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من يقوّم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وسيلة لا هدف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مركزية الشفهية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حدود المناقشة وطرق تخفيفها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الحدود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القلق يخفي ما يعرفه الطالب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اللغة ليست ما نقيس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ممتحن واحد وأسئلة قليلة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تحيّز الانطباع الأول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التخفيف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نشر البنك في الأسبوع 13 ومناقشة تجريبية في الأسبوع 14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قبول اللغة البسيطة وإعادة الصياغة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سلم بمعايير، وممتحن ثانٍ أو تسجيل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تقدير كل معيار بدليله المسجّل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والحكم النهائي من أكثر من مصدر: المشروع والاختبار العملي والمناقشة.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بنية المناقشة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9073134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30173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3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01734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عرض المشروع دون مقاطعة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6231636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93013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4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60236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ثلاثة أسئلة: الفئة 1 أو 2، و3 أو 4، و5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3390138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88636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61873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 هذا الرقم من بياناتك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1508760"/>
            <a:ext cx="2567178" cy="3291840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24713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468880"/>
            <a:ext cx="21099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تسجيل الممتحن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درجات بسلم معلن: العرض 1، التصميم والتحليل 2، الرقم 3، العدالة أو الذكاء الاصطناعي 2، التأمل والبحث 2.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فسّر هذا الرقم: أربعة أسئلة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هو؟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ماذا يقيس هذا الرقم؟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كيف حُسب؟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الفكرة لا المعادلة حرفياً.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القرار؟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الذي بنيته عليه في اختبارك أو بحثك؟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حدّه؟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متى لا يصح الاعتماد عليه؟ حجم العينة؟ الخطأ المعياري؟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المساران: لماذا اليوم بلا ذكاء اصطناعي؟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المسار الآمن (المستوى 0)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منتصف الفصل وتذاكر الخروج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الاختبار العملي والمناقشة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يقيس فهمك الفردي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المسار المفتوح (1 – 3)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المشغلات والمشروع والبحث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ملف الإنجاز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يقيس حسن توظيفك للأداة وتحققك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المساران متكاملان. جامعة سيدني، وسياسة جامعة الإمارات (2025) في الاتجاه نفسه.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ملف الإنجاز (15%)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المنتجات الأسبوعية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منتجات الأسابيع 1 – 14 مع سجلات التحقق، والمعدّل منها بالنسختين.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المقال التأملي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800 إلى 1200 كلمة بخمسة أقسام، وكل لحظة تحوّل بدليل من ملفك.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المرآة والخطة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جدول أبعاد اليونسكو بالأدلة، وثلاثة تغييرات لكل منها مؤشر نجاح.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سجل الاستخدام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سجل موحّد للفصل. الاستخدام غير المُفصَح عنه يضع المعيار في المستوى 0.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الصديق الناقد بكلود في البيت فقط: يسأل ولا يكتب.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 إلى صفك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الدرجة تعني ما تقوله عنها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الصدق والثبات والعدالة أسئلة تطرحها على كل أداة، مهما كان مصدرها.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القرار لك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يقترح، وأنت تحكم وتوثّق، والبيانات تفصل.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تأمّل بدليل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تغيير واحد محدد تبدأ به، ومؤشر تعرف به أنه نجح.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15</dc:title>
  <dc:subject>PptxGenJS Presentation</dc:subject>
  <dc:creator>PptxGenJS</dc:creator>
  <cp:lastModifiedBy>PptxGenJS</cp:lastModifiedBy>
  <cp:revision>1</cp:revision>
  <dcterms:created xsi:type="dcterms:W3CDTF">2026-10-07T19:25:01Z</dcterms:created>
  <dcterms:modified xsi:type="dcterms:W3CDTF">2026-10-07T19:25:01Z</dcterms:modified>
</cp:coreProperties>
</file>