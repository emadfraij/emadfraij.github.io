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667b93bd-83d2-a59b-f337-bb828251f519}">
          <p14:sldIdLst>
            <p14:sldId id="256"/>
            <p14:sldId id="257"/>
          </p14:sldIdLst>
        </p14:section>
        <p14:section name="المحتوى" id="{59311bc1-3374-fc2e-b606-00bd2078014d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الختام" id="{9a5b335d-284b-1c1c-1102-c4cd751480d0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شعبة التجربة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المكسب المعياري</c:v>
                  </c:pt>
                  <c:pt idx="1">
                    <c:v>نسبة من تحسّن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0.34</c:v>
                </c:pt>
                <c:pt idx="1">
                  <c:v>0.92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شعبة المقارنة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المكسب المعياري</c:v>
                  </c:pt>
                  <c:pt idx="1">
                    <c:v>نسبة من تحسّن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0.15</c:v>
                </c:pt>
                <c:pt idx="1">
                  <c:v>0.56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نصل اليوم إلى نهاية الدورة التي بدأت في الأسبوع 2. منتج الأسبوع لملف الإنجاز: فقرة النتائج قبل النقد وبعده + جدول القرارات في نقد كلود + قسم الحدود. والتقرير يُقدَّر مستقلاً (20%).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اجمع إجابات ثلاثة أزواج دون تعليق. سنعود إلى هذه الجملة بعد أن نرى أرقام شعبة المقارنة.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هذه مراحل ميرتلر الأربع. التأمل حكم مهني منضبط على ما حدث، كما يصفه شون (1983)، لا فقرة عاطفية في الخاتمة.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شعبة التجربة: أسئلة مفصلية أسبوعية مع تغذية راجعة فورية. شعبة المقارنة: تدريس معتاد. الشعبتان لم تُوزَّعا عشوائياً.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احسبه على السبورة. نبّه إلى أن القسمة على الانحراف المعياري للمكاسب تعطي 1.42: اذكر دائماً الصيغة التي استخدمتها.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الخطأ الشائع: القسمة على 20. المقام هو المساحة المتاحة للتحسن.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درجة واحدة قد تقع ضمن الخطأ المعياري للقياس الذي درسناه في الأسبوع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اسأل لكل تهديد: هل تعالجه شعبة المقارنة؟ النضج نعم إلى حد كبير، وأثر الاختبار جزئياً.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في الغياب نقول «قد» لأننا لا نعرف كيف كان الثلاثة سيؤدون. التحيّز لا يعني عدم الأمانة، بل أن من يتوقع نتيجة يراها أكثر.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المكسب المعياري هنا نسبة مما كان ممكناً: نحو الثلث في التجربة، ونحو 15% في المقارنة.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عد إلى جملة الافتتاح: الصياغة الأمينة «يتسق مع فائدة الإجراء ولا يثبتها».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مكسب الفئة الدنيا قد يكون جزئياً انحداراً نحو المتوسط. والفئة العليا انحدار وسقف معاً: بقي لها 4.67 درجة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كلمات تحتاج إلى حذر: أثبت، أدى إلى، بسبب، فاعلية. وكلمات أنسب: تتسق مع، تشير إلى، في هذه الشعبة.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اعرض سلم التقدير في عيادة التقرير. ذكّر بأن النتيجة المتواضعة لا تُخصم عليها درجة إذا حُللت بأمانة.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بإقرار الاستخدام المسؤول في الأسبوع الأول وبإرشادات اليونسكو (2023).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تحقق أيضاً من صيغة حجم الأثر التي يستخدمها، ومن أنه لا يحوّل نتيجة يدعمها الدليل إلى عكسها بالحذر الزائد.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تأكد أن الخطوة 3 تمت دون أداة. من لم تجهز بياناته يكمل على ملف المشغل ويخبرك اليوم.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تذكرة الخروج الآن. التقرير يُسلَّم نهاية الأسبوع، والمناقشة الشفهية في الأسبوع 15 دون أي أداة.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14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14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البحث الإجرائي: التحليل والكتابة والتوثيق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كيف نقول ما تعنيه بيانات صفنا، ولا نقول أكثر منه؟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ارتفع متوسط الطلبة من 9.68 إلى 13.24 بحجم أثر 1.30، مما يثبت فاعلية الأسئلة المفصلية.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الأرقام صحيحة. هل الاستنتاج صحيح؟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كم كان سيتحسن الطلبة دون الإجراء؟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دورة البحث الإجرائي (ميرتلر، 2019)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9073134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30173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الأسبوعان 2 و 3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01734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التخطيط: المشكلة ودليلها وخطة جمع البيانات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6231636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93013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60236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قبلي وبعدي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التنفيذ: جمع البيانات وتحليلها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3390138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88636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61873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الدورة التالية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18738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التطوير: خطة عمل بناء على النتائج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548640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24713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14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التأمل: مراجعة العملية وما تعلمناه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الدورة لا تنتهي بحكم نهائي، بل بخطة لدورة ثانية.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بيانات المشغل: شعبتان واختبار واحد من 20</a:t>
            </a:r>
            <a:endParaRPr lang="en-US" sz="38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604793"/>
                <a:gridCol w="3327502"/>
                <a:gridCol w="4159377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شعبة المقارنة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شعبة التجربة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المؤشر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متوسط القبلي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متوسط البعدي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المكسب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حجم الأثر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المكسب المعياري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نسبة من تحسّن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التجربة 28 طالباً (25 لهم الاختباران)، والمقارنة 27. البيانات محاكاة لأغراض التدريب.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المكسب وحجم الأثر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المكسب = البعدي ناقص القبلي، على الطلبة الذين لهم الاختباران فقط. حجم الأثر يعبّر عنه بوحدات الانحراف المعياري.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Gain / √((SD_pre² + SD_post²) / 2)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شعبة التجربة: 3.56 ÷ 2.745 = 1.30. أعراف كوهين (1988): 0.2 و0.5 و0.8، وهي تقريبية لا حدود قاطعة.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المكسب المعياري (هيك، 1998)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المكسب الذي كان ممكناً، كم تحقق فعلاً؟ يُحسب من متوسطي الصف.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(post − pre) / (max − pre)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التجربة: 3.56 ÷ 10.32 = 0.34. المقارنة: 1.48 ÷ 9.96 = 0.15. فئات هيك وُضعت لمقررات فيزياء جامعية، فلا تنقلها حكماً جاهزاً.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يقول كل مؤشر، وماذا لا يقول؟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المكسب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كم درجة تحسن الصف في المتوسط. لا يقول هل التحسن بسبب الإجراء.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حجم الأثر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حجم التحسن بوحدات الانحراف المعياري. يشمل التدريس العادي والنضج.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المكسب المعياري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نسبة ما تحقق من التحسن الممكن. لا يقول هل الفرق بين صفين حقيقي.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نسبة من تحسّن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التحسن عام أم محصور؟ لا تفرّق بين درجة واحدة وثماني درجات.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يجيب أي منها وحده عن السؤال: هل الإجراء هو السبب؟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لماذا لا يكفي أن يتحسن الصف؟ (1)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النضج والتدريس العادي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الطلبة يتعلمون في الوحدة بأي طريقة. شعبة المقارنة تحسنت 1.48 دون الإجراء.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أثر الاختبار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الاختبار نفسه مرتين: يتذكر الطلبة الأسئلة أو يعتادون شكلها.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الانحدار نحو المتوسط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الدرجات المتطرفة تقترب من المتوسط في القياس الثاني. الطالب T12 هبط من 17 إلى 13.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السقف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يبدأ قريباً من 20 لا يظهر تحسنه. في شعبة المقارنة طالب بلغ 20 في الاختبارين.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لماذا لا يكفي أن يتحسن الصف؟ (2)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البيانات الناقصة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غاب 3 عن البعدي، درجاتهم القبلية 9 و 9 و 10. غيابهم قد يرفع متوسط البعدي قليلاً.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غياب التوزيع العشوائي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الشعبتان موجودتان مسبقاً، وقد تختلفان في أشياء لا يقيسها القبلي.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تحيّز المعلم الباحث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المعلمة تصمم وتدرّس وتصحّح وتفسّر، وتعرف أي شعبة هي التجربة.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هذه الثلاثة لا تعالجها شعبة المقارنة.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الشعبتان تحسنتا، والفرق في الحجم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الاتجاه متسق في المؤشرات كلها لصالح شعبة التجربة.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لكن شعبة المقارنة تحسنت أيضاً، فليس كل التحسن للإجراء.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الفرق بين المكسبين: أكثر أمانة، وليس برهاناً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3.56 − 1.48 = 2.08 درجة: تقدير لما يمكن أن يُنسب إلى الإجراء إن أثّر التدريس العادي في الشعبتين بالقدر نفسه.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ليس برهاناً: لا توزيع عشوائي، والمعلمة تعرف شعبة التجربة، والعينتان صغيرتان.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الفرق بين المكسبين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2.08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درجة من 20، مقابل مكسب 3.56 في شعبة التجربة وحدها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شعبة التجربة حسب المستوى القبلي</a:t>
            </a:r>
            <a:endParaRPr lang="en-US" sz="38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831916"/>
                <a:gridCol w="2831916"/>
                <a:gridCol w="1415958"/>
                <a:gridCol w="4011881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متوسط المكسب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متوسط القبلي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العدد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الفئة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الدنيا (8 فأقل)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الوسطى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العليا (12 فأكثر)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دون الطالب T12 يصبح مكسب الفئة العليا 2.5. ثلاثة طلبة لا يسمحون بأي استنتاج.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مطابقة الادعاء بالدليل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ادعاء أكبر من الدليل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أثبتت الدراسة فاعلية الأسئلة المفصلية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حجم الأثر 1.30 يدل على إجراء قوي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الإجراء لا يفيد المتفوقين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ادعاء على قدر الدليل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تحسنت شعبة التجربة أكثر بنحو درجتين، وهذا يتسق مع فائدة الإجراء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حجم الأثر يشمل التدريس العادي، والمقارنة حققت 0.38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الفئة العليا ثلاثة طلبة، فلا استنتاج عنها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الحذر لا يعني إخفاء النتيجة: النتيجة متسقة في أربعة مؤشرات، فقلها بوضوح.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هيكل تقرير البحث الإجرائي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النتائج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المشكلة ودليلها، والصلة بالأدبيات، والإجراء، والبيانات والأدوات.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التحليل والنتائج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مؤشرات بصيغها، ومعالجة الغياب، والتحقق من الحساب، وادعاءات على قدر الدليل.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الحدود والتأمل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حدود خاصة مرتبة بخطورتها مع أثرها، وخطة دورة تالية تعالج حداً محدداً.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الأخلاقيات والملاحق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بيان أخلاقيات، وبيانات مجهّلة، وسجل استخدام كلود، وبيان إفصاح.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1500 إلى 2500 كلمة دون الملاحق، ويُسلَّم نهاية الأسبوع 14.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أخلاقيات البحث في صفك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موافقة المدرسة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جمع البيانات، مع اتباع سياسة المدرسة في إبلاغ أولياء الأمور. لا يتضرر طالب من البحث.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تجهيل البيانات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رمز بدل كل اسم قبل أي تحليل، وجدول الربط محفوظ منفصلاً ولا يُرفق بالتقرير.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أسماء في أي أداة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اسم ولا رقم ولا خط يد مصوَّر ولا تفاصيل تكشف الهوية في كلود أو غيره.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في التقرير: مستوى الاستخدام 2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يحسنه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اقتراح هيكل وتحرير اللغة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نقد الادعاءات المبالغ فيها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مراجعة الحسابات على بيانات مجهّلة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لا يجوز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اختلاق بيانات أو تقدير درجات الغائبين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اختلاق مراجع أو نسبة أقوال إلى باحثين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اختلاق نتائج لم تظهر في بياناتك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بيان إفصاح في الملحق. الاستخدام غير المُفصَح عنه يُعامَل معاملة الانتحال.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مشغل التحليل والكتابة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8125968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35456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354568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حلّل الملف وتحقق من الحساب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7304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8296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افحص التهديدات السبعة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9430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اكتب فقرة النتائج دون أي أداة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8125968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771632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اطلب من كلود نقد فقرتك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7304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82968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قرّر ما تقبله من نقده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194304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20 د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اكتب الحدود، ثم طبّق على بيانات بحثك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الخطوة 6 تجمع الخطوتين 6 و7 في ورقة المشغل. ارفع إلى كلود الأرقام المجمّعة وفقرتك فقط.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أفكار تأخذها معك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86928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61248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التحسن ليس أثراً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461248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اسأل دائماً: كم كان سيتحسن الطلبة دون الإجراء؟ والفرق بين المكسبين أقرب إجابة.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7784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الادعاء على قدر الدليل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مبالغة ولا حذر زائد، وحدود خاصة ببحثك مع أثر كل منها.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ينقد وأنت تحكم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بيانات ولا مراجع ولا نتائج مختلقة، وبيان إفصاح يوثّق ما قبلت وما رفضت.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14</dc:title>
  <dc:subject>PptxGenJS Presentation</dc:subject>
  <dc:creator>PptxGenJS</dc:creator>
  <cp:lastModifiedBy>PptxGenJS</cp:lastModifiedBy>
  <cp:revision>1</cp:revision>
  <dcterms:created xsi:type="dcterms:W3CDTF">2026-10-07T19:25:00Z</dcterms:created>
  <dcterms:modified xsi:type="dcterms:W3CDTF">2026-10-07T19:25:00Z</dcterms:modified>
</cp:coreProperties>
</file>