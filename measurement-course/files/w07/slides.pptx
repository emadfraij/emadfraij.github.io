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c481b5ae-f2ce-3e64-edb3-1fb906a16951}">
          <p14:sldIdLst>
            <p14:sldId id="256"/>
            <p14:sldId id="257"/>
          </p14:sldIdLst>
        </p14:section>
        <p14:section name="المحتوى" id="{a129b9a4-da68-3683-ae2a-3d15f8e3a047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الختام" id="{b01b4a99-14ef-6e32-1c53-1f0fccba1ef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الدرجات في جدول الأسبوع 6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معرفة</c:v>
                  </c:pt>
                  <c:pt idx="1">
                    <c:v>تطبيق</c:v>
                  </c:pt>
                  <c:pt idx="2">
                    <c:v>استدلال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0.43</c:v>
                </c:pt>
                <c:pt idx="2">
                  <c:v>0.27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نسبة فقرات البنك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معرفة</c:v>
                  </c:pt>
                  <c:pt idx="1">
                    <c:v>تطبيق</c:v>
                  </c:pt>
                  <c:pt idx="2">
                    <c:v>استدلال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0.58</c:v>
                </c:pt>
                <c:pt idx="1">
                  <c:v>0.42</c:v>
                </c:pt>
                <c:pt idx="2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نبدأ من سؤال عملي: كتابة الفقرات صارت سهلة، فهل صارت مراجعتها أسهل؟ منتج اليوم بنك فقرات يدخل المرحلة 2 من المشروع.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نقاش ثنائي دقيقتين، ثم اجمع ثلاث إجابات دون تعليق. سنعود إليها بعد المشغل.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كل طالب ناتجاً من وحدته يناسب نوعاً واحداً من الأربعة.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اعرض مثال الملح من المحتوى العلمي، واسأل: لماذا لم نضع التقطير بين البدائل؟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القواعد من هالادينا ورودريغيز (2013). بعضها مدعوم بدراسات تجريبية، وكثير منها قائم على اتفاق الخبراء.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القاعدة العملية: مموّه معقول واحد خير من مموهَين ضعيفَين.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مثال جسم كتلته 30 غراماً وحجمه 20 سنتيمتراً مكعباً. اطلب من الطلبة كتابة مموّه ثالث وتسمية خطئه.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المموهات المقترحة: ارتفاع الحرارة، وزيادة الضغط، ونفاد الشمع. تبقى الفقرة تطبيقاً بشرط أن تكون التجربة جديدة على الطلبة.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البنك هو بنك المشغل، والجدول هو المثال المحلول للوحدة نفسها في الأسبوع 6. لا نعدّل الجدول ليوافق البنك.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لا نحتاج تفاصيل التوليد بالقوالب. يكفي أن يرى الطالب من أين انتقلت المسؤولية.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الطلبة توقّع أي العيوب الستة سيجدونها في بنك المشغل، دون أن تكشف التوزيع.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هذا مبدأ المساق: كلود يقترح، والطالب يحكم ويوثّق، والبيانات تفصل.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ذكّر بإحضار جدول المواصفات من الأسبوع 6. لا تكشف المفتاح أثناء المشغل.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تذكرة الخروج الآن. الأسبوع القادم: الفقرات المفتوحة وسلالم التقدير، والمرحلة 2 من المشروع.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7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كتابة الفقرات الموضوعية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مسودة سريعة إلى بنك فقرات مُراجَع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طلبتَ من كلود 30 فقرة لاختبار الخميس، فوصلت في أقل من دقيقة، منسقة ومفاتيحها جاهزة.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كم فقرة منها تضعها في الاختبار دون مراجعة؟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كيف تعرف أن كل مفتاح صحيح، وأن لكل فقرة إجابة واحدة فقط؟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أربعة أنواع من الفقرات الموضوعية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الاختيار من متعدد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يغطي محتوى واسعاً ويقيس مستويات عليا إن أُحسن، لكن مموهاته صعبة الكتابة.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الصواب والخطأ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سهل الكتابة والتصحيح، لكن فرصة التخمين 50% ويميل إلى التذكّر.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المزاوجة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يقيس علاقات كثيرة في مساحة صغيرة إذا كانت القائمتان متجانستين.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الإجابة القصيرة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يلغي التخمين من البدائل، ويحتاج إلى قائمة إجابات مقبولة قبل التصحيح.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نختار النوع حسب الناتج المراد قياسه، لا حسب سهولة الكتابة.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تشريح فقرة الاختيار من متعدد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الجذع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سؤال كامل يستطيع المتقن أن يجيب عنه قبل قراءة البدائل.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المفتاح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البديل الصحيح الوحيد، وصحته العلمية لا تقبل الجدل.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المموهات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إجابات خاطئة يختارها من لا يعرف، ويمثّل كل منها خطأً مفاهيمياً محدداً.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مثال: استعادة الملح الذائب. المفتاح التبخير، واستُبعد التقطير لأنه إجابة ثانية.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عشر قواعد مبنية على الأدلة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الجذع والمفتاح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1. الجذع سؤال كامل وواضح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2. إجابة صحيحة واحدة فقط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3. المفتاح صحيح علمياً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8. النفي في الجذع مُبرز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البدائل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4. كل المموهات معقولة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 و 9. لا تلميح لغوي ولا كلمة مكررة من الجذع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6. أطوال البدائل متقاربة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7. لا «جميع ما سبق» ولا «لا شيء مما سبق»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والقاعدة 10: المستوى المعرفي الفعلي يطابق المستوى المقصود.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كم بديلاً نحتاج؟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خلص التحليل البعدي لرودريغيز (2005) لثمانين عاماً من البحوث إلى أن ثلاثة بدائل كافية غالباً، لأن المموّه الرابع نادراً ما يعمل.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نتيجة بحثية لا قاعدة ملزمة: إن وُجد مموّه رابع معقول فلا داعي لحذفه.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بدائل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تكفي غالباً، والتخمين يرتفع من 25% إلى نحو 33%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المموّه يأتي من خطأ مفاهيمي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مموّه ضعيف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إجابة لا يختارها أحد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علاقة لها بطريقة تفكير الطالب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ترفع فرصة التخمين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مموّه من خطأ مفاهيمي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«يطفو لأن حجمه كبير»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«كثافته 0.67»: قسمة الحجم على الكتلة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يكشف في الأسبوع 11 من يحمل الخطأ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 مموّه يجب أن يكون خاطئاً بلا جدال في ضوء ما يسأل عنه الجذع.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التذكّر إلى التطبيق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تذكّر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الغاز اللازم للاحتراق؟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وُضعت شمعة مشتعلة تحت كأس مقلوبة فانطفأت بعد قليل.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التفسير الأنسب؟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السياق والبيانات والموقف الجديد ترفع المستوى. المثال المحلول في الكتاب يبقى تذكّراً.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البنك مقابل جدول المواصفات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7 فقرات معرفة، و5 تطبيق، ولا فقرة استدلال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فقرات للناتج ن1 في خلية لها درجة واحدة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المراجعة لها مستويان: الفقرة والبنك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توليد الفقرات: الأمس واليوم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التوليد الآلي بالقوالب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يبني الخبير نموذج فقرة بأجزاء ثابتة ومتغيرة، ويملأ الحاسوب المتغيرات (جيرل وهالادينا، 2013).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النماذج اللغوية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تكتب الفقرة كلها من وصف نصي، دون قالب يضبط المفتاح أو المستوى.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الذي تغيّر؟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الضبط الذي كان في القالب انتقل إلى مسؤولية المراجع.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ستة عيوب نمطية في الفقرات المولّدة</a:t>
            </a:r>
            <a:endParaRPr lang="en-US" sz="38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8172811"/>
                <a:gridCol w="2918861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كيف يظهر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العيب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تفسير مقنع لمفتاح غير صحيح علمياً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مفتاح خاطئ بثقة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مموّه صحيح أيضاً، أو صحيح بشرط لم يُذكر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إجابتان ممكنتان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المفتاح أطول البدائل وأدقها صياغة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تلميح الطول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لسد بديل رابع لم يجد له المولّد مموهاً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«جميع ما سبق»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موسومة «تطبيق» وتطلب نصاً محفوظاً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مستوى غير مطابق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القالب نفسه للجذع، والمفتاح في الموقع نفسه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أنماط متكررة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ملاحظات مهنية تتكرر في الممارسة لتوجيه المراجعة، لا نسب مقيسة.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تجعل كلود الحَكَم الوحيد على فقرات كتبها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المحادثة التي أنتجت المفتاح الخاطئ تميل إلى تأكيده عند المراجعة.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أنت أولاً بقائمة الفحص، ثم محادثة جديدة تحلّ كل فقرة قبل النظر إلى المفتاح، ثم بيانات التطبيق في الأسبوع 11.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طبقات مراجعة مستقلة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أنت، ثم مراجعة مستقلة، ثم البيانات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مشغل اليوم مع كلود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5456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54568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مراجعة البنك بنفسك بقائمة الفحص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296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مراجعة كلود بالتعليمات الجاهزة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9430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مقارنة المراجعتين وحسم الخلاف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8125968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توليد 6 فقرات لخليتين من جدولك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7304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2968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مراجعة الفقرات الجديدة بالقائمة نفسها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194304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بناء بنك الفقرات المُراجَع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الفقرات كُتبت للمساق لتحاكي مسودات الذكاء الاصطناعي. احفظ مراجعتك الأولى قبل رؤية رأي كلود.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أفكار تأخذها معك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المموّه خطأ حقيقي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 مموّه يمثّل طريقة تفكير خاطئة يمكن تسميتها، وخاطئ بلا جدال.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الفقرة والبنك معاً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فقرات سليمة لا تكفي إن لم تغطِّ خلايا جدول المواصفات بأوزانها.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حلّ قبل أن تحكم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حلّ الفقرة بنفسك أولاً. ولا تجعل كلود الحَكَم الوحيد على فقرات كتبها.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7</dc:title>
  <dc:subject>PptxGenJS Presentation</dc:subject>
  <dc:creator>PptxGenJS</dc:creator>
  <cp:lastModifiedBy>PptxGenJS</cp:lastModifiedBy>
  <cp:revision>1</cp:revision>
  <dcterms:created xsi:type="dcterms:W3CDTF">2026-10-07T19:24:50Z</dcterms:created>
  <dcterms:modified xsi:type="dcterms:W3CDTF">2026-10-07T19:24:50Z</dcterms:modified>
</cp:coreProperties>
</file>