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6abfd36-0dd6-c049-e559-975d1cc57c28}">
          <p14:sldIdLst>
            <p14:sldId id="256"/>
            <p14:sldId id="257"/>
          </p14:sldIdLst>
        </p14:section>
        <p14:section name="Content" id="{d9eac7f7-c987-67e1-72e4-8c5ff5fb37d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ing" id="{8bd2b784-9296-87ef-40c0-b0451f61daa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students. Today we ask a simple question: what do we do with the result of assessment? The lecture is about 85 minutes of concepts and activities, and about 75 minutes of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three answers and do not settle the question. We will return to this statement after explaining the three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Course Learning Outcome 1, and announce that the action research starts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opening statement: recording without adjusting does not make the quiz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fill in the same table for a unit from their own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classification focuses on the relationship of assessment to learning, not on its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has seen a figure attributed to this review? This is practice in the same caution we apply to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for an example from their classes for each strategy before showing the second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hinge question that changes nothing in the lesson is an ordinary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answer with their cards before showing the second and third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conservation-of-mass distractor: it contains a correct description and a wrong conclusion, and this needs precise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comment «you got it wrong» answers only the second question, so the student does not know what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five sample comments and ask for them to be classified before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research claims cited by Claude are checked against the source, especially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do not correct the distractors for the students. Ask: what will you do if a quarter of the class or more chooses this option?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valid example and an invalid one. Remind them that the complete research is submitted in Week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them to submit the problem statement in Week 3, and that next week is about validity, using the same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Diagnostic, Formative and Summative Assessment, and Assessment for Learning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Educational Measurement and Evaluation · Postgraduate Professional Diploma in Teaching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give a short quiz every week and record its score, so I am practising formative assessment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agree? What is missing?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discussion · two minutes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master today?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functions of assessment by purpose, timing and who uses the result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questions in which each distractor is linked to a misconception and to an action you take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at the task, process and self-regulation levels, and critique Claude's drafts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tool, three functions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unit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quiz on particles to find out misconceptions, with no score: diagnostic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 of it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quiz, and the teacher adjusts his plan in the next lesson: formative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its end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quiz, and its score is recorded in the gradebook: summative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formative to the extent that its evidence is used to adjust teaching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«Matter and Its Changes» for Grade 8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837107"/>
                <a:gridCol w="2302045"/>
                <a:gridCol w="3139152"/>
                <a:gridCol w="4813367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Summative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the unit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the unit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they know?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I adjust now?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they master?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on particles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Hinge question and exit ticket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unit test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 and the student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teacher, the administration and the family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not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or a small weight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examine the test of this same unit in Week 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learning, assessment for learning, and assessment as learning</a:t>
            </a:r>
            <a:endParaRPr lang="en-US" sz="3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429604"/>
                <a:gridCol w="6021193"/>
                <a:gridCol w="264087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student's role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of 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judgement on what they have learned, and documenting 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assessed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for 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to determine the next step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partner in the evidence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as 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monitors and regulates their 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Assesses themselves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Classifications for thinking, not closed boxes: a single activity may combine more than one function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Black and Wiliam's review say?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concluded that improving formative assessment is associated with tangible gains in learning, and that some studies indicate greater benefit for low achievers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studies are very diverse, so we do not cite a single effect-size figure. What is agreed is the direction, and the effect comes from using the evidence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and Wiliam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the source before repeating any figure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Wiliam's five strategies</a:t>
            </a:r>
            <a:endParaRPr lang="en-US" sz="38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5797919"/>
                <a:gridCol w="5293753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technique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Clarifying intentions and success criteria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criteria in the student's language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that elicit evidence of 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hinge question and the exit ticket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that moves learning forward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 without a score that require work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as learning resources for one another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assessment against the criteria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as owner of their learning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Self-assessment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Wiliam, 2017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hinge-question cycle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424635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at a point beyond which it is not sound to move on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3390595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9195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6567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19195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answer together with option cards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02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107631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 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answers and decide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9072677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02191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01277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the action you planned for each option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timings are a practical rule of thumb suggested by Wiliam, not definitive figures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to the sugar in the hot water?</a:t>
            </a:r>
            <a:endParaRPr lang="en-US" sz="38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936031"/>
                <a:gridCol w="3697224"/>
                <a:gridCol w="4458417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reveals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Teacher's action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It melted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Confusing dissolving with melting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in cold water also dissolves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It turned into water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substance turning into another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Evaporating drops to recover the sugar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Its particles spread out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correct answer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prove it is still there?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It disappeared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not seen does not exist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the conservation-of-mass question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distractor is a diagnosis, and every diagnosis has an action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misconceptions in a single unit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Dissolving is not melting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dissolves in cold water, and only melts at a temperature much higher than the boiling point of water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does not disappear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 of sugar in 200 g of water gives 210 g. The distractor «less, because the particles went into the gaps» confuses volume with mass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do not get bigger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expands because its particles vibrate faster so the distances between them increase, not because each particle got bigger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list of misconceptions, then turn each idea into an option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answers three questions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 going?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and the success criteria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am I going?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am now in relation to the goal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next?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 to get closer to the goal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Hattie and Timperley, 2007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levels: «The particles got bigger from the heat»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434268"/>
                <a:gridCol w="1625504"/>
                <a:gridCol w="80319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example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example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size of the particle does not change; the distance between them does. Rewrite 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 more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Ask: what happened to the movement of the particles and the distances between them?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Self-regulation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your answer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your explanation with the second criterion. What will you add?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clever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good example; if there is encouragement, then with a comment on the work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praise of the person is the level with the weakest effect, because it carries no information about the work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formative assessment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proposes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list of misconceptions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questions with diagnostic distractors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of comments for expected errors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in simpler language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verify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accuracy and one correct answer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each distractor is a real misconception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level and the feedback level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by a student who can be identified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level in the workshop: 2, Documented collaboration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workshop: a formative assessment plan for a lesson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intention, criteria and misconceptions without Claude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hinge questions with Claude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each option and trying it on a colleague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ticket and the response plan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three answers and critiquing Claude's draft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action research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research starts today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statement of an assessment problem from your own class: What is happening? What is your evidence? What practice is linked to it? What will you try out?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problem is specific and allows evidence to be gathered. «The students are not enthusiastic» on its own is not enough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approximately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at the start of Week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with the result of assessment?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determines function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formative to the extent that its evidence is used to adjust teaching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distractor is a diagnosis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option reveals a misconception, and each misconception has a planned action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a task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the student the next step, and does not stop at a judgement or praise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</dc:title>
  <dc:subject>PptxGenJS Presentation</dc:subject>
  <dc:creator>PptxGenJS</dc:creator>
  <cp:lastModifiedBy>PptxGenJS</cp:lastModifiedBy>
  <cp:revision>1</cp:revision>
  <dcterms:created xsi:type="dcterms:W3CDTF">2026-10-15T04:06:00Z</dcterms:created>
  <dcterms:modified xsi:type="dcterms:W3CDTF">2026-10-15T04:06:00Z</dcterms:modified>
</cp:coreProperties>
</file>