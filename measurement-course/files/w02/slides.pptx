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6f602b04-9d65-0e87-e87e-66315623df42}">
          <p14:sldIdLst>
            <p14:sldId id="256"/>
            <p14:sldId id="257"/>
          </p14:sldIdLst>
        </p14:section>
        <p14:section name="المحتوى" id="{05dd9e76-b848-0b66-fce6-05a29a3da5e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43a83b0c-2306-b727-c60a-9e2a4fde407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رحّب بالطلبة. اليوم نسأل سؤالاً بسيطاً: ماذا نفعل بنتيجة التقويم؟ المحاضرة نحو 85 دقيقة مفاهيم وأنشطة، ونحو 75 دقيقة 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ثلاث إجابات ولا تحسم. سنعود إلى هذا القول بعد شرح الوظائف الثلاث.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بمخرج المساق 1، وأعلن أن البحث الإجرائي يبدأ اليوم.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عُد إلى قول الافتتاح: الرصد دون تعديل لا يجعل الاختبار تكوينياً.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ملء الجدول نفسه لوحدة من مادتهم.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أكّد أن هذا التقسيم يركز على علاقة التقويم بالتعلم لا على توقيته.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من رأى رقماً منسوباً إلى هذه المراجعة؟ هذا تدريب على الحذر نفسه الذي نطبّقه على كلود.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مثالاً من صفوفهم لكل استراتيجية قبل عرض العمود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السؤال المفصلي الذي لا يغيّر شيئاً في الحصة سؤال عادي.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الإجابة ببطاقاتهم قبل عرض العمودين الثاني والثالث.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نبّه إلى مموّه حفظ الكتلة: فيه وصف صحيح واستنتاج خاطئ، وهذا يحتاج إلى صياغة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تعليق «أخطأت» يجيب عن السؤال الثاني وحده، فلا يعرف الطالب ماذا يفعل.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خمسة تعليقات نموذجية واطلب تصنيفها قبل هذه الشريحة.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أكّد أن ادعاءات الأبحاث التي يذكرها كلود تُراجع في المصدر، خاصة الأرقام.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تجول ولا تصحح المموهات بدل الطلبة. اسأل: ماذا ستفعل لو اختار هذا البديل ربع الصف أو أكثر؟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مثالاً صالحاً وآخر غير صالح. ذكّر بأن البحث يُسلَّم كاملاً في الأسبوع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بتسليم بيان المشكلة في الأسبوع 3، وبأن الأسبوع القادم عن الصدق بالوحدة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التشخيصي والتكويني والختامي، والتقويم من أجل التعلم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مساق القياس والتقويم التربوي · دبلوم الدراسات العليا المهني في التدريس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أطبّق اختباراً قصيراً كل أسبوع وأرصد درجته، إذن أنا أطبّق التقويم التكويني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توافق؟ ما الذي ينقص؟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نقاش ثنائي · دقيقتان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ستتقن اليوم؟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ميّز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وظائف التقويم الثلاث بحسب الغرض والتوقيت ومن يستخدم النتيجة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صمّم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أسئلة مفصلية يرتبط كل مموّه فيها بمفهوم خاطئ وبإجراء تتخذه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تغذية راجعة على مستويات المهمة والعملية والتنظيم الذاتي، وانقد مسودات كلود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الأداة نفسها، ثلاث وظائف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الوحدة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اختبار قصير عن الجسيمات لمعرفة المفاهيم الخاطئة، دون درجة: تشخيصي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منتصفها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نفسه، ويعدّل المعلم خطته في الحصة التالية: تكويني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نهايتها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نفسه، وتُرصد درجته في السجل: ختامي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يكون تكوينياً بقدر ما يُستخدم دليله لتعديل التعليم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وحدة «المادة وتغيّراتها» للصف الثامن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644407"/>
                <a:gridCol w="3485954"/>
                <a:gridCol w="2693692"/>
                <a:gridCol w="1267620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الختامي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التكويني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التشخيصي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الجانب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نهاية الوحدة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أثناء التعلم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قبل الوحدة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التوقيت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ماذا أتقنوا؟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ماذا أعدّل الآن؟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ماذا يعرفون؟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السؤال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اختبار الوحدة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سؤال مفصلي وتذكرة خروج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أسئلة عن الجسيمات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المعلم والإدارة والأسرة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المعلم والطالب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المستخدم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نعم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لا أو وزن صغير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لا عادةً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الدرجة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سنفحص اختبار هذه الوحدة نفسها في الأسبوع 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تقويم التعلم، والتقويم من أجل التعلم، والتقويم بوصفه تعلماً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545630"/>
                <a:gridCol w="4727598"/>
                <a:gridCol w="381844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دور الطالب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الغرض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المصطلح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يُقوَّم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حكم على ما تعلّمه وتوثيقه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تقويم التعلم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شريك في الأدلة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أدلة لتحديد الخطوة التالية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التقويم من أجل التعلم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مقوِّم لنفسه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يراقب الطالب تعلمه وينظّمه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التقويم بوصفه تعلماً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تصنيفات للتفكير لا صناديق مغلقة: النشاط الواحد قد يجمع أكثر من وظيفة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تقول مراجعة بلاك وويليام؟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خلصت إلى أن تحسين التقويم التكويني يرتبط بمكاسب ملموسة في التعلم، وأن بعض الدراسات تشير إلى فائدة أكبر لمنخفضي التحصيل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الدراسات متنوعة جداً، لذلك لا نذكر رقماً واحداً لحجم الأثر. المتفق عليه هو الاتجاه، والأثر يأتي من استخدام الدليل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بلاك وويليام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ارجع إلى المصدر قبل تكرار أي رقم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الاستراتيجيات الخمس عند ويليام</a:t>
            </a:r>
            <a:endParaRPr lang="en-US" sz="3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أسلوب صفي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الاستراتيجية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معايير نجاح بلغة الطالب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توضيح الأهداف ومعايير النجاح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السؤال المفصلي وتذكرة الخروج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مهام تُظهر أدلة التعلم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تعليقات دون درجة تتطلب عملاً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تغذية راجعة تدفع التعلم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تقويم الأقران بالمعايير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الطلبة مصادر تعلم لبعضهم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التقويم الذاتي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الطالب مالك لتعلمه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ويليام، 2017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دورة السؤال المفصلي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9073134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30173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المفصل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01734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اطرحه عند نقطة لا يصح الانتقال بعدها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3013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1–2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الطلبة يجيبون معاً ببطاقات البدائل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3390138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86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نحو 30 ث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الإجابات وقرّر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24713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فوراً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نفّذ الإجراء الذي خططته لكل بديل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الأزمنة قاعدة عملية يقترحها ويليام، لا أرقام قاطعة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حدث للسكر في الماء الساخن؟</a:t>
            </a:r>
            <a:endParaRPr lang="en-US" sz="38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705558"/>
                <a:gridCol w="3529168"/>
                <a:gridCol w="2856946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إجراء المعلم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يكشفه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البديل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سكر في ماء بارد يذوب أيضاً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خلط الذوبان بالانصهار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أ. انصهر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تبخير قطرات لاسترجاع السكر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تحوّل المادة إلى أخرى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ب. تحوّل إلى ماء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كيف تثبت أنه ما زال موجوداً؟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الإجابة الصحيحة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ج. انتشرت جسيماته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ربط بسؤال حفظ الكتلة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لا يُرى غير موجود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د. اختفى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مموّه تشخيص، وكل تشخيص له إجراء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مفاهيم خاطئة في وحدة واحدة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الذوبان ليس انصهاراً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السكر يذوب في الماء البارد، ولا ينصهر إلا عند حرارة أعلى بكثير من غليان الماء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الكتلة لا تختفي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غ سكر في 200 غ ماء تعطي 210 غ. مموّه «أقل لأن الجسيمات دخلت الفراغات» يخلط الحجم بالكتلة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الجسيمات لا تكبر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الكرة تتمدد لأن جسيماتها تهتز بسرعة أكبر فتزداد المسافات بينها، لا لأن كل جسيم كبر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ابدأ بقائمة المفاهيم الخاطئة، ثم حوّل كل فكرة إلى بديل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التغذية الراجعة تجيب عن ثلاثة أسئلة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إلى أين أتجه؟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الهدف ومعايير النجاح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أتقدّم؟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أين أنا الآن بالنسبة للهدف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الخطوة التالية؟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أفعل لأقترب من الهدف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هاتي وتيمبرلي، 2007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مستويات: «الجسيمات كبرت من الحرارة»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394448"/>
                <a:gridCol w="1626779"/>
                <a:gridCol w="2070445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 جيد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 ضعيف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حجم الجسيم لا يتغير، بل المسافة بينها. أعد الكتابة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خطأ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المهمة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اسأل: ماذا حدث لحركة الجسيمات والمسافات بينها؟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فكّر أكثر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العملية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قارن تفسيرك بالمعيار الثاني. ماذا ستضيف؟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راجع إجابتك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التنظيم الذاتي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لا مثال جيد؛ إن وُجد تشجيع فمع تعليق عن العمل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أنت ذكي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الذات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المديح العام للشخص أضعف المستويات أثراً، لأنه لا يحمل معلومات عن العمل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في التقويم التكويني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يقترح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قائمة أولية بالمفاهيم الخاطئة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أسئلة مفصلية بمموهات تشخيصية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بنك تعليقات لأخطاء متوقعة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معايير نجاح بلغة أبسط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أنت تتحقق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الدقة العلمية وإجابة صحيحة واحدة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 كل مموّه مفهوم خاطئ حقيقي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اللغة ومستوى التغذية الراجعة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عمل لطالب يمكن التعرف عليه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الاستخدام في المشغل: 2، تعاون موثّق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اليوم: خطة تقويم تكويني لدرس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الهدف والمعايير والمفاهيم الخاطئة دون كلود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أسئلة مفصلية مع كلود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التحقق من كل بديل وتجربته على زميل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تذكرة الخروج وخطة الاستجابة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25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تغذية راجعة لثلاث إجابات ونقد مسودة كلود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بداية البحث الإجرائي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يبدأ البحث الإجرائي اليوم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بياناً لمشكلة تقويم من صفك أنت: ما الذي يحدث؟ ما دليلك؟ ما الممارسة المرتبطة به؟ ماذا ستجرّب؟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المشكلة الجيدة محددة وقابلة لجمع الأدلة. «الطلبة غير متحمسين» وحدها لا تكفي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كلمة تقريباً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يُسلَّم في بداية الأسبوع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تفعل بنتيجة التقويم؟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الاستخدام يحدد الوظيفة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التقويم يكون تكوينياً بقدر ما يُستخدم دليله لتعديل التعليم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المموّه تشخيص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بديل يكشف فكرة خاطئة، وكل فكرة لها إجراء مخطط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التغذية الراجعة مهمة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تخبر الطالب بالخطوة التالية، ولا تكتفي بالحكم أو بالمديح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2</dc:title>
  <dc:subject>PptxGenJS Presentation</dc:subject>
  <dc:creator>PptxGenJS</dc:creator>
  <cp:lastModifiedBy>PptxGenJS</cp:lastModifiedBy>
  <cp:revision>1</cp:revision>
  <dcterms:created xsi:type="dcterms:W3CDTF">2026-10-07T19:24:43Z</dcterms:created>
  <dcterms:modified xsi:type="dcterms:W3CDTF">2026-10-07T19:24:43Z</dcterms:modified>
</cp:coreProperties>
</file>